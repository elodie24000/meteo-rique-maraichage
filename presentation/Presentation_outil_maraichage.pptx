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sp>
        <p:nvSpPr>
          <p:cNvPr id="6" name="Text 3"/>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Brouillon · septembre 2026</a:t>
            </a:r>
            <a:endParaRPr lang="en-US" sz="12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especes.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native.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À discuter : partenariats (GAB, lycées agricoles, collectivités), tests utilisateurs, validation agronomique.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2026-09-30T08:00:31Z</dcterms:created>
  <dcterms:modified xsi:type="dcterms:W3CDTF">2026-09-30T08:00:31Z</dcterms:modified>
</cp:coreProperties>
</file>