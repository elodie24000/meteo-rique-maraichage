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Poids maximal de chaque facteur dans l'indice (sur 100)</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indice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Le QR code renvoie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82296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application téléphone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206240"/>
            <a:ext cx="1051560" cy="1051560"/>
          </a:xfrm>
          <a:prstGeom prst="rect">
            <a:avLst/>
          </a:prstGeom>
        </p:spPr>
      </p:pic>
      <p:sp>
        <p:nvSpPr>
          <p:cNvPr id="7" name="Text 3"/>
          <p:cNvSpPr txBox="1"/>
          <p:nvPr/>
        </p:nvSpPr>
        <p:spPr>
          <a:xfrm>
            <a:off x="2011680" y="42062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8" name="Text 4"/>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octobre 2026</a:t>
            </a:r>
            <a:endParaRPr lang="en-US" sz="1200" dirty="0"/>
          </a:p>
        </p:txBody>
      </p:sp>
      <p:sp>
        <p:nvSpPr>
          <p:cNvPr id="9" name="Shape 5"/>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0"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196596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2160270" y="2160270"/>
            <a:ext cx="388620" cy="388620"/>
          </a:xfrm>
          <a:prstGeom prst="rect">
            <a:avLst/>
          </a:prstGeom>
        </p:spPr>
      </p:pic>
      <p:sp>
        <p:nvSpPr>
          <p:cNvPr id="6" name="Text 3"/>
          <p:cNvSpPr txBox="1"/>
          <p:nvPr/>
        </p:nvSpPr>
        <p:spPr>
          <a:xfrm>
            <a:off x="91440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1440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566928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863590" y="2160270"/>
            <a:ext cx="388620" cy="388620"/>
          </a:xfrm>
          <a:prstGeom prst="rect">
            <a:avLst/>
          </a:prstGeom>
        </p:spPr>
      </p:pic>
      <p:sp>
        <p:nvSpPr>
          <p:cNvPr id="11" name="Text 7"/>
          <p:cNvSpPr txBox="1"/>
          <p:nvPr/>
        </p:nvSpPr>
        <p:spPr>
          <a:xfrm>
            <a:off x="461772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1772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37260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9566910" y="2160270"/>
            <a:ext cx="388620" cy="388620"/>
          </a:xfrm>
          <a:prstGeom prst="rect">
            <a:avLst/>
          </a:prstGeom>
        </p:spPr>
      </p:pic>
      <p:sp>
        <p:nvSpPr>
          <p:cNvPr id="16" name="Text 11"/>
          <p:cNvSpPr txBox="1"/>
          <p:nvPr/>
        </p:nvSpPr>
        <p:spPr>
          <a:xfrm>
            <a:off x="8321040" y="2971800"/>
            <a:ext cx="2880360" cy="731520"/>
          </a:xfrm>
          <a:prstGeom prst="rect">
            <a:avLst/>
          </a:prstGeom>
          <a:noFill/>
          <a:ln/>
        </p:spPr>
        <p:txBody>
          <a:bodyPr wrap="square" lIns="0" tIns="0" rIns="0" bIns="0" rtlCol="0" anchor="t"/>
          <a:lstStyle/>
          <a:p>
            <a:pPr algn="ct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21040" y="3794760"/>
            <a:ext cx="2880360" cy="1645920"/>
          </a:xfrm>
          <a:prstGeom prst="rect">
            <a:avLst/>
          </a:prstGeom>
          <a:noFill/>
          <a:ln/>
        </p:spPr>
        <p:txBody>
          <a:bodyPr wrap="square" lIns="0" tIns="0" rIns="0" bIns="0" rtlCol="0" anchor="t"/>
          <a:lstStyle/>
          <a:p>
            <a:pPr algn="ct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221742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40030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221742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40030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Indice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45770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64058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45770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64058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Indice de risque</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indice de risque, </a:t>
            </a:r>
            <a:pPr indent="0" marL="0">
              <a:buNone/>
            </a:pPr>
            <a:r>
              <a:rPr lang="en-US" sz="3600" i="1" dirty="0">
                <a:solidFill>
                  <a:srgbClr val="A0472A"/>
                </a:solidFill>
                <a:latin typeface="Cambria" pitchFamily="34" charset="0"/>
                <a:ea typeface="Cambria" pitchFamily="34" charset="-122"/>
                <a:cs typeface="Cambria" pitchFamily="34" charset="-120"/>
              </a:rPr>
              <a:t>jour par jour</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434840"/>
            <a:ext cx="1051560" cy="1051560"/>
          </a:xfrm>
          <a:prstGeom prst="rect">
            <a:avLst/>
          </a:prstGeom>
        </p:spPr>
      </p:pic>
      <p:sp>
        <p:nvSpPr>
          <p:cNvPr id="7" name="Text 3"/>
          <p:cNvSpPr txBox="1"/>
          <p:nvPr/>
        </p:nvSpPr>
        <p:spPr>
          <a:xfrm>
            <a:off x="2011680" y="4434840"/>
            <a:ext cx="6035040" cy="10515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p:txBody>
      </p:sp>
      <p:sp>
        <p:nvSpPr>
          <p:cNvPr id="8"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9" name="Image 2" descr="/tmp/claude-0/-home-user-meteo-rique-maraichage/b1532ef0-43df-5182-881a-fa5cd25c2188/scratchpad/shot-calc-fert.png">    </p:cNvPr>
          <p:cNvPicPr>
            <a:picLocks noChangeAspect="1"/>
          </p:cNvPicPr>
          <p:nvPr/>
        </p:nvPicPr>
        <p:blipFill>
          <a:blip r:embed="rId3"/>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2026-10-05T09:05:15Z</dcterms:created>
  <dcterms:modified xsi:type="dcterms:W3CDTF">2026-10-05T09:05:15Z</dcterms:modified>
</cp:coreProperties>
</file>