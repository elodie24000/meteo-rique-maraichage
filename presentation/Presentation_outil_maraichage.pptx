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206240"/>
            <a:ext cx="1051560" cy="1051560"/>
          </a:xfrm>
          <a:prstGeom prst="rect">
            <a:avLst/>
          </a:prstGeom>
        </p:spPr>
      </p:pic>
      <p:sp>
        <p:nvSpPr>
          <p:cNvPr id="7" name="Text 3"/>
          <p:cNvSpPr txBox="1"/>
          <p:nvPr/>
        </p:nvSpPr>
        <p:spPr>
          <a:xfrm>
            <a:off x="2011680" y="42062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2026-10-05T09:03:25Z</dcterms:created>
  <dcterms:modified xsi:type="dcterms:W3CDTF">2026-10-05T09:03:25Z</dcterms:modified>
</cp:coreProperties>
</file>