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Contribution maximale au score (points)</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score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91440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une application de poche pour le maraîchage biologique</a:t>
            </a:r>
            <a:endParaRPr lang="en-US" sz="1800" dirty="0"/>
          </a:p>
        </p:txBody>
      </p:sp>
      <p:sp>
        <p:nvSpPr>
          <p:cNvPr id="6" name="Text 3"/>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Brouillon · septembre 2026</a:t>
            </a:r>
            <a:endParaRPr lang="en-US" sz="12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especes.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6012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154430" y="2160270"/>
            <a:ext cx="388620" cy="388620"/>
          </a:xfrm>
          <a:prstGeom prst="rect">
            <a:avLst/>
          </a:prstGeom>
        </p:spPr>
      </p:pic>
      <p:sp>
        <p:nvSpPr>
          <p:cNvPr id="6" name="Text 3"/>
          <p:cNvSpPr txBox="1"/>
          <p:nvPr/>
        </p:nvSpPr>
        <p:spPr>
          <a:xfrm>
            <a:off x="96012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6012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6344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857750" y="2160270"/>
            <a:ext cx="388620" cy="388620"/>
          </a:xfrm>
          <a:prstGeom prst="rect">
            <a:avLst/>
          </a:prstGeom>
        </p:spPr>
      </p:pic>
      <p:sp>
        <p:nvSpPr>
          <p:cNvPr id="11" name="Text 7"/>
          <p:cNvSpPr txBox="1"/>
          <p:nvPr/>
        </p:nvSpPr>
        <p:spPr>
          <a:xfrm>
            <a:off x="466344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6344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6676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561070" y="2160270"/>
            <a:ext cx="388620" cy="388620"/>
          </a:xfrm>
          <a:prstGeom prst="rect">
            <a:avLst/>
          </a:prstGeom>
        </p:spPr>
      </p:pic>
      <p:sp>
        <p:nvSpPr>
          <p:cNvPr id="16" name="Text 11"/>
          <p:cNvSpPr txBox="1"/>
          <p:nvPr/>
        </p:nvSpPr>
        <p:spPr>
          <a:xfrm>
            <a:off x="836676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6676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9202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10312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192024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10312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Score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16052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34340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16052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34340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Score 0–100</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score </a:t>
            </a:r>
            <a:pPr indent="0" marL="0">
              <a:buNone/>
            </a:pPr>
            <a:r>
              <a:rPr lang="en-US" sz="3600" i="1" dirty="0">
                <a:solidFill>
                  <a:srgbClr val="A0472A"/>
                </a:solidFill>
                <a:latin typeface="Cambria" pitchFamily="34" charset="0"/>
                <a:ea typeface="Cambria" pitchFamily="34" charset="-122"/>
                <a:cs typeface="Cambria" pitchFamily="34" charset="-120"/>
              </a:rPr>
              <a:t>transparent et explicable</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native.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À discuter : partenariats (GAB, lycées agricoles, collectivités), tests utilisateurs, validation agronomique.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elodie24000.github.io/meteo-risque-maraichage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2026-10-01T16:09:03Z</dcterms:created>
  <dcterms:modified xsi:type="dcterms:W3CDTF">2026-10-01T16:09:03Z</dcterms:modified>
</cp:coreProperties>
</file>